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saying this is not a final technical request. It is a planning conversation to understand how to maximize Populi and reduce manual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keep the meeting practical and focused on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Excel dashboard is only a visual prototype. We want to learn whether Populi can provide this kind of executive view natively.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filters, KPI tiles, trends, and goal scores. Ask what can be replicated in Populi.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of these Populi can calculate cleanly and which require saved reports, custom fields, or manual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as a question: Can Populi be the home for saved executive reports and aggregate charts? If not, can Populi generate a standardized report pack that feeds Excel?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liaison to correct the assumptions and recommend the best reporting tools for Turner.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liaison share best practice. The main decision is whether Populi is the dashboard home or the data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moves into field-level structure: cohorts, tags, saved reports, and goal mapping.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this to closing the loop and institutional effectiveness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close-the-loop slide for the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this workflow keeps the project manageable and avoids overbuilding.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practical timeline and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Turner Dashboard + Populi Reporting Discussion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20116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CF8"/>
                </a:solidFill>
              </a:rPr>
              <a:t>Meeting with SACSCOC Liaison • Prototype-to-Implementation Planning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9808" y="2697480"/>
            <a:ext cx="3200400" cy="0"/>
          </a:xfrm>
          <a:prstGeom prst="line">
            <a:avLst/>
          </a:prstGeom>
          <a:noFill/>
          <a:ln w="50800">
            <a:solidFill>
              <a:srgbClr val="FFB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306324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Goal: determine whether Populi should be the dashboard home, the source data engine, or both.</a:t>
            </a:r>
            <a:endParaRPr lang="en-US" sz="1800" dirty="0"/>
          </a:p>
        </p:txBody>
      </p:sp>
      <p:pic>
        <p:nvPicPr>
          <p:cNvPr id="7" name="Image 0" descr="/mnt/data/dashboard_mockup_populi.png">    </p:cNvPr>
          <p:cNvPicPr>
            <a:picLocks noChangeAspect="1"/>
          </p:cNvPicPr>
          <p:nvPr/>
        </p:nvPicPr>
        <p:blipFill>
          <a:blip r:embed="rId1"/>
          <a:srcRect l="83" r="83" t="0" b="0"/>
          <a:stretch/>
        </p:blipFill>
        <p:spPr>
          <a:xfrm>
            <a:off x="7315200" y="3977640"/>
            <a:ext cx="4251960" cy="23957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Turner Theological Seminary • Dashboard Planning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475720" y="65653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</a:rPr>
              <a:t>Meeting Goals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What we need to learn and decide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3337560" cy="4206240"/>
          </a:xfrm>
          <a:prstGeom prst="roundRect">
            <a:avLst>
              <a:gd name="adj" fmla="val 2192"/>
            </a:avLst>
          </a:prstGeom>
          <a:solidFill>
            <a:srgbClr val="F8FAFC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00200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B"/>
                </a:solidFill>
              </a:rPr>
              <a:t>Confirm the best home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075688"/>
            <a:ext cx="2935224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Can Populi function as the executive dashboard, or should it mainly provide source data for Excel or Power BI?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425696" y="1417320"/>
            <a:ext cx="3337560" cy="4206240"/>
          </a:xfrm>
          <a:prstGeom prst="roundRect">
            <a:avLst>
              <a:gd name="adj" fmla="val 2192"/>
            </a:avLst>
          </a:prstGeom>
          <a:solidFill>
            <a:srgbClr val="F8FAFC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1600200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B"/>
                </a:solidFill>
              </a:rPr>
              <a:t>Map the data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26864" y="2075688"/>
            <a:ext cx="2935224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Identify the Populi reports, saved views, fields, tags, and filters needed for the dashboard.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11312" y="1417320"/>
            <a:ext cx="3337560" cy="4206240"/>
          </a:xfrm>
          <a:prstGeom prst="roundRect">
            <a:avLst>
              <a:gd name="adj" fmla="val 2192"/>
            </a:avLst>
          </a:prstGeom>
          <a:solidFill>
            <a:srgbClr val="F8FAFC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600200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B"/>
                </a:solidFill>
              </a:rPr>
              <a:t>Build a rhythm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12480" y="2075688"/>
            <a:ext cx="2935224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Create a bi-weekly refresh process that supports leadership decisions and SACSCOC evidence.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3246120" y="5897880"/>
            <a:ext cx="5623560" cy="411480"/>
          </a:xfrm>
          <a:prstGeom prst="roundRect">
            <a:avLst>
              <a:gd name="adj" fmla="val 17778"/>
            </a:avLst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6007608"/>
            <a:ext cx="5404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Desired outcome: a recommended implementation path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Turner Theological Seminary • Dashboard Planning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75720" y="65653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</a:rPr>
              <a:t>Brief Overview: What the Dashboard Will Entail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 single executive view of enrollment, student success, and strategic goal progress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pic>
        <p:nvPicPr>
          <p:cNvPr id="5" name="Image 0" descr="/mnt/data/dashboard_mockup_excel.png">    </p:cNvPr>
          <p:cNvPicPr>
            <a:picLocks noChangeAspect="1"/>
          </p:cNvPicPr>
          <p:nvPr/>
        </p:nvPicPr>
        <p:blipFill>
          <a:blip r:embed="rId1"/>
          <a:srcRect l="7991" r="7991" t="0" b="0"/>
          <a:stretch/>
        </p:blipFill>
        <p:spPr>
          <a:xfrm>
            <a:off x="594360" y="1371600"/>
            <a:ext cx="5394960" cy="3611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63640" y="1325880"/>
            <a:ext cx="5257800" cy="1078992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64808" y="1508760"/>
            <a:ext cx="4855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B"/>
                </a:solidFill>
              </a:rPr>
              <a:t>Enrollment + Pipeline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64808" y="1984248"/>
            <a:ext cx="48554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Headcount, FTE, applicants, admits, enrolled, yield, modality/program trends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263640" y="2670048"/>
            <a:ext cx="5257800" cy="1078992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64808" y="2852928"/>
            <a:ext cx="4855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B"/>
                </a:solidFill>
              </a:rPr>
              <a:t>Student Profile + Success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64808" y="3328416"/>
            <a:ext cx="48554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Status, demographics, retention, credits, completion, and course outcomes where available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263640" y="4014216"/>
            <a:ext cx="5257800" cy="1078992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4808" y="4197096"/>
            <a:ext cx="4855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B"/>
                </a:solidFill>
              </a:rPr>
              <a:t>Survey + Strategic Goals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464808" y="4672584"/>
            <a:ext cx="48554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Survey scores, response rates, goal alignment, trend over time, and evidence for action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355080" y="5577840"/>
            <a:ext cx="4846320" cy="411480"/>
          </a:xfrm>
          <a:prstGeom prst="roundRect">
            <a:avLst>
              <a:gd name="adj" fmla="val 17778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64808" y="5687568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Prototype exists in Excel; today we test a Populi-first approach.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Turner Theological Seminary • Dashboard Planning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475720" y="65653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</a:rPr>
              <a:t>Expected Executive Dashboard 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The President needs at-a-glance clarity with the option to drill down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pic>
        <p:nvPicPr>
          <p:cNvPr id="5" name="Image 0" descr="/mnt/data/dashboard_mockup_exc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80" y="1234440"/>
            <a:ext cx="9022080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Turner Theological Seminary • Dashboard Planning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475720" y="65653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</a:rPr>
              <a:t>Proposed KPI 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Start with a small executive set, then expand as data quality improves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F8FAFC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0876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B"/>
                </a:solidFill>
              </a:rPr>
              <a:t>Enrollment KPIs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1984248"/>
            <a:ext cx="3072384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Headcount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FTE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Applicants → admits → enrolled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Yield and conversion rates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70832" y="132588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F8FAFC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50876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B"/>
                </a:solidFill>
              </a:rPr>
              <a:t>Student Success KPIs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0" y="1984248"/>
            <a:ext cx="3072384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Enrollment status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Retention / persistence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Graduation / completion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Credits, GPA, or course bottlenecks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65008" y="132588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F8FAFC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6176" y="150876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B"/>
                </a:solidFill>
              </a:rPr>
              <a:t>Strategic Goal KPIs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66176" y="1984248"/>
            <a:ext cx="3072384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Average survey score by goal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Response rate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Trend over time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Targets, status, and action evidence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Turner Theological Seminary • Dashboard Planning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475720" y="65653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</a:rPr>
              <a:t>Populi-First Dashboard Concept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Use Populi as much as possible before defaulting to manual Excel 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pic>
        <p:nvPicPr>
          <p:cNvPr id="5" name="Image 0" descr="/mnt/data/dashboard_mockup_popu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80" y="1234440"/>
            <a:ext cx="9022080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Turner Theological Seminary • Dashboard Planning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475720" y="65653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</a:rPr>
              <a:t>Populi Tools to Explore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Confirm what Populi can do natively and what still needs an external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8FAFC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0876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B"/>
                </a:solidFill>
              </a:rPr>
              <a:t>Data Slicer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1984248"/>
            <a:ext cx="3072384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Custom student reporting, saved reports, filters, columns, aggregates, and exports.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70832" y="132588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8FAFC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50876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B"/>
                </a:solidFill>
              </a:rPr>
              <a:t>Analytics + Presets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0" y="1984248"/>
            <a:ext cx="3072384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Term comparisons, term-series trends, term-range views, and compliance reporting support.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65008" y="132588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8FAFC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6176" y="150876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B"/>
                </a:solidFill>
              </a:rPr>
              <a:t>Exports + API Later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66176" y="1984248"/>
            <a:ext cx="3072384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Phase 1 can be saved reports. Phase 2 can explore automation only if needed.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Turner Theological Seminary • Dashboard Planning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475720" y="65653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</a:rPr>
              <a:t>Question Set 1: Can Populi Be the Dashboard?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Start with feasibility before discussing individual reports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08760"/>
            <a:ext cx="384048" cy="38404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6047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99032" y="1490472"/>
            <a:ext cx="10149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D3D"/>
                </a:solidFill>
              </a:rPr>
              <a:t>Can Populi serve as the executive dashboard home, or is it better as the source data system?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2423160"/>
            <a:ext cx="384048" cy="38404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5191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99032" y="2404872"/>
            <a:ext cx="10149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D3D"/>
                </a:solidFill>
              </a:rPr>
              <a:t>What does a strong Populi-based executive reporting routine look like at other small seminaries or schools?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8680" y="3337560"/>
            <a:ext cx="384048" cy="38404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4335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99032" y="3319272"/>
            <a:ext cx="10149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D3D"/>
                </a:solidFill>
              </a:rPr>
              <a:t>What are Populi’s limits for one-page dashboards, KPI tiles, trend charts, and drill-down views?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8680" y="4251960"/>
            <a:ext cx="384048" cy="38404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43479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99032" y="4233672"/>
            <a:ext cx="10149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D3D"/>
                </a:solidFill>
              </a:rPr>
              <a:t>Would you recommend Populi-only, Excel-only, or a hybrid approach for our use case?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Turner Theological Seminary • Dashboard Planning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475720" y="65653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</a:rPr>
              <a:t>Question Set 2: What Reports and Fields Do We Need?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Move from concept to the actual build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08760"/>
            <a:ext cx="384048" cy="38404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6047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99032" y="1490472"/>
            <a:ext cx="10149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D3D"/>
                </a:solidFill>
              </a:rPr>
              <a:t>Which Populi tools should we use for enrollment, retention, graduation, and survey/goal reporting?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2514600"/>
            <a:ext cx="384048" cy="38404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61061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99032" y="2496312"/>
            <a:ext cx="10149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D3D"/>
                </a:solidFill>
              </a:rPr>
              <a:t>Can we save a standard set of reports so bi-weekly refresh does not require rebuilding filters?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8680" y="3520440"/>
            <a:ext cx="384048" cy="38404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61645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99032" y="3502152"/>
            <a:ext cx="10149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D3D"/>
                </a:solidFill>
              </a:rPr>
              <a:t>How should cohorts and retention definitions be structured in Populi for consistency?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8680" y="4526280"/>
            <a:ext cx="384048" cy="38404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462229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99032" y="4507992"/>
            <a:ext cx="10149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D3D"/>
                </a:solidFill>
              </a:rPr>
              <a:t>How can survey questions be tagged or mapped to strategic goals in Populi?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Turner Theological Seminary • Dashboard Planning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475720" y="65653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</a:rPr>
              <a:t>Question Set 3: Governance, Permissions, and Evidence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Make sure the dashboard is trusted and accreditation-ready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08760"/>
            <a:ext cx="384048" cy="38404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6047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99032" y="1490472"/>
            <a:ext cx="10149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D3D"/>
                </a:solidFill>
              </a:rPr>
              <a:t>What roles or permissions are needed so leaders see summary data without overexposing student records?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2514600"/>
            <a:ext cx="384048" cy="38404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61061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99032" y="2496312"/>
            <a:ext cx="10149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D3D"/>
                </a:solidFill>
              </a:rPr>
              <a:t>What should be the source-of-truth definitions for active, enrolled, retained, withdrawn, and graduated?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8680" y="3520440"/>
            <a:ext cx="384048" cy="38404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61645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99032" y="3502152"/>
            <a:ext cx="10149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D3D"/>
                </a:solidFill>
              </a:rPr>
              <a:t>What evidence should we preserve for SACSCOC: baseline, finding, action, follow-up, and improvement?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8680" y="4526280"/>
            <a:ext cx="384048" cy="38404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462229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99032" y="4507992"/>
            <a:ext cx="10149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D3D"/>
                </a:solidFill>
              </a:rPr>
              <a:t>Where should we store the reporting packet, notes, and action evidence so it is easy to retrieve later?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Turner Theological Seminary • Dashboard Planning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475720" y="65653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</a:rPr>
              <a:t>Decision Points Before We Leave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 productive meeting should answer these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2788920" cy="566928"/>
          </a:xfrm>
          <a:prstGeom prst="roundRect">
            <a:avLst>
              <a:gd name="adj" fmla="val 9677"/>
            </a:avLst>
          </a:prstGeom>
          <a:solidFill>
            <a:srgbClr val="DCECF8"/>
          </a:solidFill>
          <a:ln w="12700">
            <a:solidFill>
              <a:srgbClr val="DCE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819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</a:rPr>
              <a:t>Dashboard location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1527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D3D"/>
                </a:solidFill>
              </a:rPr>
              <a:t>Populi report pack, Populi dashboard, Excel dashboard, or hybrid?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2203704"/>
            <a:ext cx="2788920" cy="566928"/>
          </a:xfrm>
          <a:prstGeom prst="roundRect">
            <a:avLst>
              <a:gd name="adj" fmla="val 9677"/>
            </a:avLst>
          </a:prstGeom>
          <a:solidFill>
            <a:srgbClr val="DCECF8"/>
          </a:solidFill>
          <a:ln w="12700">
            <a:solidFill>
              <a:srgbClr val="DCE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36829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</a:rPr>
              <a:t>Refresh process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231343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D3D"/>
                </a:solidFill>
              </a:rPr>
              <a:t>Bi-weekly saved report run, export workflow, or automated query later?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2990088"/>
            <a:ext cx="2788920" cy="566928"/>
          </a:xfrm>
          <a:prstGeom prst="roundRect">
            <a:avLst>
              <a:gd name="adj" fmla="val 9677"/>
            </a:avLst>
          </a:prstGeom>
          <a:solidFill>
            <a:srgbClr val="DCECF8"/>
          </a:solidFill>
          <a:ln w="12700">
            <a:solidFill>
              <a:srgbClr val="DCE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546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</a:rPr>
              <a:t>Data ownership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309981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D3D"/>
                </a:solidFill>
              </a:rPr>
              <a:t>Who maintains report definitions, fields, and data quality?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3776472"/>
            <a:ext cx="2788920" cy="566928"/>
          </a:xfrm>
          <a:prstGeom prst="roundRect">
            <a:avLst>
              <a:gd name="adj" fmla="val 9677"/>
            </a:avLst>
          </a:prstGeom>
          <a:solidFill>
            <a:srgbClr val="DCECF8"/>
          </a:solidFill>
          <a:ln w="12700">
            <a:solidFill>
              <a:srgbClr val="DCE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94106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</a:rPr>
              <a:t>KPI definitions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3886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D3D"/>
                </a:solidFill>
              </a:rPr>
              <a:t>Official definitions for headcount, FTE, active, retained, withdrawn, and graduated.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2960" y="4562856"/>
            <a:ext cx="2788920" cy="566928"/>
          </a:xfrm>
          <a:prstGeom prst="roundRect">
            <a:avLst>
              <a:gd name="adj" fmla="val 9677"/>
            </a:avLst>
          </a:prstGeom>
          <a:solidFill>
            <a:srgbClr val="DCECF8"/>
          </a:solidFill>
          <a:ln w="12700">
            <a:solidFill>
              <a:srgbClr val="DCE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72744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</a:rPr>
              <a:t>Evidence routine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467258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D3D"/>
                </a:solidFill>
              </a:rPr>
              <a:t>Where findings, minutes, actions, and follow-up proof will live.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337560" y="5806440"/>
            <a:ext cx="5715000" cy="411480"/>
          </a:xfrm>
          <a:prstGeom prst="roundRect">
            <a:avLst>
              <a:gd name="adj" fmla="val 17778"/>
            </a:avLst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47288" y="5916168"/>
            <a:ext cx="5495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Ask for a recommended path and a first set of reports to build.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Turner Theological Seminary • Dashboard Planning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475720" y="65653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</a:rPr>
              <a:t>Proposed Bi-Weekly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Simple now, more automated later if needed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pic>
        <p:nvPicPr>
          <p:cNvPr id="5" name="Image 0" descr="/mnt/data/dashboard_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7700" y="1143000"/>
            <a:ext cx="8371840" cy="4709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11680" y="5989320"/>
            <a:ext cx="8138160" cy="411480"/>
          </a:xfrm>
          <a:prstGeom prst="roundRect">
            <a:avLst>
              <a:gd name="adj" fmla="val 17778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21408" y="6099048"/>
            <a:ext cx="7918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1: saved Populi reports + bi-weekly refresh  |  Phase 2: API/automation only if necessary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Turner Theological Seminary • Dashboard Planning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475720" y="65653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</a:rPr>
              <a:t>Suggested Next Steps After the Meeting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Translate guidance into a build plan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F8FAFC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0876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B"/>
                </a:solidFill>
              </a:rPr>
              <a:t>Within 1 Week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1984248"/>
            <a:ext cx="3072384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Confirm Populi reporting path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Identify exact saved reports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Confirm required fields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Set permissions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70832" y="132588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F8FAFC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50876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B"/>
                </a:solidFill>
              </a:rPr>
              <a:t>Within 2–3 Weeks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0" y="1984248"/>
            <a:ext cx="3072384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Test bi-weekly refresh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Validate numbers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Add survey-to-goal mapping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Prepare executive summary view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65008" y="132588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F8FAFC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6176" y="150876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B"/>
                </a:solidFill>
              </a:rPr>
              <a:t>By End of Term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66176" y="1984248"/>
            <a:ext cx="3072384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Establish trend baseline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Add targets/status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Document findings and actions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Decide if automation is needed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Turner Theological Seminary • Dashboard Planning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475720" y="65653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</a:rPr>
              <a:t>Reference Sources Used for Planning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Official Populi resources consulted while drafting this guide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600200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B"/>
                </a:solidFill>
              </a:rPr>
              <a:t>Populi Data Slicer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4128" y="2075688"/>
            <a:ext cx="1011326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Saved reports, columns, aggregate graphs/tables, export XLS/CSV, and export aggregate PDF.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788920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B"/>
                </a:solidFill>
              </a:rPr>
              <a:t>Populi Analytics / Preset Reports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24128" y="3264408"/>
            <a:ext cx="1011326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Compare terms, term series, term range, preset reports, and exports.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379476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3977640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B"/>
                </a:solidFill>
              </a:rPr>
              <a:t>Populi API / Webhooks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4453128"/>
            <a:ext cx="1011326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D3D"/>
                </a:solidFill>
              </a:rPr>
              <a:t>Useful for later automation discussions if saved reports are not enough.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68680" y="55321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Use this slide only if asked where the assumptions came from. The meeting should focus on the liaison’s implementation guidance.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Turner Theological Seminary • Dashboard Planning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75720" y="65653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Turner Dashboard + Populi Reporting Discussion</dc:title>
  <dc:subject>Dashboard planning with Populi/SACSCOC liaison</dc:subject>
  <dc:creator>OpenAI</dc:creator>
  <cp:lastModifiedBy>OpenAI</cp:lastModifiedBy>
  <cp:revision>1</cp:revision>
  <dcterms:created xsi:type="dcterms:W3CDTF">2026-06-04T13:48:35Z</dcterms:created>
  <dcterms:modified xsi:type="dcterms:W3CDTF">2026-06-04T13:48:35Z</dcterms:modified>
</cp:coreProperties>
</file>